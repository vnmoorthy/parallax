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(20 s). Every analytics team has the same bottleneck: one analyst, one query at a time, one hypothesis at a time. Parallax removes it: fork the database once per hypothesis, let a swarm of agents explore all of them at once, write one cited answer, remember what it learned.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question is really eight questions: by plan, by region, feedback text, idle days, NPS vs tickets, MRR at risk. One analyst does them serially, about a day. Pointing eight agents at one shared database does not help: temp tables and indexes collide and nobody can reproduce what any agent saw. And when the analyst is done, the insight lives in a slide, not in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Fork the database per hypothesis. One root database per run; the planner, primed by memory, proposes N hypotheses; the root is forked once per hypothesis. N agents run concurrently, each with its own snapshot, indexes, scratch tables and notes. A synthesizer writes one report where every claim cites the branch and the SQL that produced it. The run is written to Cognee, and recalled before the next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Status stepper provision -&gt; plan -&gt; explore -&gt; synthesize -&gt; done. Metrics strip: databases, forks, queries, peak concurrency, p50/p95, LLM calls by provider, time to first finding. Lineage tree on the left is the lineage API response, one node per real fork. Agent cards in the middle: think, SQL / BM25 / vector, observe, up to four steps, then a finding with a confidence score. Report on the right with [branch:id] chips that highlight the branch that produced the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 Mission Control talks to a FastAPI orchestrator; the UI is driven by an SSE stream that replays a per-run buffer and then streams live, so a refresh or a shared link rebuilds the same Mission Control. The orchestrator only talks to a DataEngine protocol: Hotdata over HTTP or DuckDB files locally. LLM calls go through a router with a per-call fallback chain and provider attribution. Memory is a protocol too: Cognee graph, or local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Hotdata is the data plane. One root database per run, loaded with inline CSV loads; one fork per hypothesis via POST /databases/{id}/fork; the lineage tree in the UI is GET /lineage. Each branch gets a BM25 index on the text column and a vector index on a data_vec copy, created lazily because forks do not carry indexes. Agent notes are per-database context docs; findings land in a per-branch findings table. Burst mode fires 100 concurrent reads across the forks: p50 15 ms, p95 30 ms, 50 in flight, measured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pipes. parallax-llm.pipe is the gateway: every planner, agent and synthesizer call the backend makes goes through it with the rocketride SDK: use() once, chat() per call. parallax-analyst.pipe is the deployable analyst: an agent_rocketride node controlling Claude, internal memory, a db_hotdata tool with execute allowed, and a tool_cognee node doing GRAPH_COMPLETION on the parallax dataset. Point ROCKETRIDE_URI at api.rocketride.ai and it runs on Cloud; the same file runs on the local Docker engine. Three pipes, all validated by the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every run, the question and findings go to Cognee with cognee.add plus cognify in a background task, node sets per dataset and per run. Before every plan, cognee.search with GRAPH_COMPLETION; the hits are streamed as run.recalled and injected into the planner prompt, so the second run on a dataset starts from what the first one learned. The /memory page shows the graph and a recall box. Snyk runs snyk test and snyk code test on every push and PR; SQL is read-only by construction and by an orchestrator guard: SELECT or WITH only, LIMIT injected; forks expire after 24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Numbers, not adjectives, all from real local runs today. A burst of 100 concurrent reads across 5 forked databases: p50 15 ms, p95 30 ms, 50 in flight. A 4-agent run made 110 queries with peak concurrency 50. Time to first finding 1.2 s after moving embedding off the critical path. 65 backend tests pass. Three bundled datasets: 6,000 SaaS customers, 8,000 e-commerce orders, 6,102 real SF Airbnb listings. Three RocketRide pipelines validated by the engine. Zero-key mode runs the identical code path offline on DuckDB and Ollama. Next: merge branches, bulk-create 10k tenant databases, a deploy button in the Pipeline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(15 s). Clone, make setup, make demo: no keys, DuckDB forks and a fake LLM, same UI, same events. Add keys and the same code runs on Hotdata, RocketRide Cloud and Cognee. Repo: github.com/vnmoorthy/parallax. Thanks to RocketRide, Hotdata, Cognee, Snyk, Devnovate and AWS Builder Loft. Parallax: many agents, many branches, one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/ 10</a:t>
            </a:r>
            <a:endParaRPr lang="en-US" sz="850" dirty="0"/>
          </a:p>
        </p:txBody>
      </p:sp>
      <p:pic>
        <p:nvPicPr>
          <p:cNvPr id="4" name="Image 0" descr="/private/tmp/claude-501/-Users-moorthy-Downloads-Projects-Data-AI-Hackathon/41860f9d-7adf-4e2e-ae5e-3f746a1c44d7/scratchpad/deckbuild/assets/fork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594360"/>
            <a:ext cx="4206240" cy="2345788"/>
          </a:xfrm>
          <a:prstGeom prst="rect">
            <a:avLst/>
          </a:prstGeom>
        </p:spPr>
      </p:pic>
      <p:pic>
        <p:nvPicPr>
          <p:cNvPr id="5" name="Image 1" descr="/private/tmp/claude-501/-Users-moorthy-Downloads-Projects-Data-AI-Hackathon/41860f9d-7adf-4e2e-ae5e-3f746a1c44d7/scratchpad/deckbuild/assets/word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914400"/>
            <a:ext cx="3200400" cy="9698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" y="2011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agents. Many branches. One answer.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24505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multi-agent data-analysis swarm. Fork a database per hypothesis and explore them all at once.</a:t>
            </a:r>
            <a:endParaRPr lang="en-US" sz="1200" dirty="0"/>
          </a:p>
        </p:txBody>
      </p:sp>
      <p:pic>
        <p:nvPicPr>
          <p:cNvPr id="8" name="Image 2" descr="/private/tmp/claude-501/-Users-moorthy-Downloads-Projects-Data-AI-Hackathon/41860f9d-7adf-4e2e-ae5e-3f746a1c44d7/scratchpad/deckbuild/assets/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035808"/>
            <a:ext cx="3291840" cy="23433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66928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&amp; AI Hackathon 2026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566928" y="38770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7E8F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job. Real AI. Real scale.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41148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AWS Builder Loft, San Francisco · Sept 11 · presented by Devnovate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43708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Moorthy</a:t>
            </a:r>
            <a:pPr indent="0" marL="0">
              <a:buNone/>
            </a:pPr>
            <a:r>
              <a:rPr lang="en-US" sz="105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·  github.com/vnmoorthy/parallax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4800600" y="43708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· Hotdata · Cognee · Snyk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· THE PROBLEM · A REAL JOB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analyst. One query. One hypothesis at a time.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4416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2984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“Why are customers churning and where is revenue at risk?”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019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…really eight questions.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7977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1289304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1517904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77977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17904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2350008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2578608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928" y="2779776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2578608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feedback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410712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3639312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3632" y="2779776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639312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idle days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471416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4700016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4336" y="2779776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700016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NPS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532120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2"/>
          <p:cNvSpPr/>
          <p:nvPr/>
        </p:nvSpPr>
        <p:spPr>
          <a:xfrm>
            <a:off x="5760720" y="2651760"/>
            <a:ext cx="457200" cy="786384"/>
          </a:xfrm>
          <a:prstGeom prst="roundRect">
            <a:avLst>
              <a:gd name="adj" fmla="val 12000"/>
            </a:avLst>
          </a:prstGeom>
          <a:solidFill>
            <a:srgbClr val="07090F">
              <a:alpha val="0"/>
            </a:srgbClr>
          </a:solidFill>
          <a:ln w="12700">
            <a:solidFill>
              <a:srgbClr val="1F2740"/>
            </a:solidFill>
            <a:prstDash val="dash"/>
          </a:ln>
        </p:spPr>
      </p:sp>
      <p:sp>
        <p:nvSpPr>
          <p:cNvPr id="31" name="Text 23"/>
          <p:cNvSpPr txBox="1"/>
          <p:nvPr/>
        </p:nvSpPr>
        <p:spPr>
          <a:xfrm>
            <a:off x="5760720" y="265176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…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767328"/>
            <a:ext cx="274320" cy="27432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68680" y="3840480"/>
            <a:ext cx="561213" cy="146304"/>
          </a:xfrm>
          <a:prstGeom prst="rect">
            <a:avLst/>
          </a:prstGeom>
          <a:solidFill>
            <a:srgbClr val="22D3EE">
              <a:alpha val="65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1457325" y="3840480"/>
            <a:ext cx="561213" cy="146304"/>
          </a:xfrm>
          <a:prstGeom prst="rect">
            <a:avLst/>
          </a:prstGeom>
          <a:solidFill>
            <a:srgbClr val="6366F1">
              <a:alpha val="61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2045970" y="3840480"/>
            <a:ext cx="561213" cy="146304"/>
          </a:xfrm>
          <a:prstGeom prst="rect">
            <a:avLst/>
          </a:prstGeom>
          <a:solidFill>
            <a:srgbClr val="22D3EE">
              <a:alpha val="57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2634615" y="3840480"/>
            <a:ext cx="561213" cy="146304"/>
          </a:xfrm>
          <a:prstGeom prst="rect">
            <a:avLst/>
          </a:prstGeom>
          <a:solidFill>
            <a:srgbClr val="6366F1">
              <a:alpha val="53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3223260" y="3840480"/>
            <a:ext cx="561213" cy="146304"/>
          </a:xfrm>
          <a:prstGeom prst="rect">
            <a:avLst/>
          </a:prstGeom>
          <a:solidFill>
            <a:srgbClr val="22D3EE">
              <a:alpha val="49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3811905" y="3840480"/>
            <a:ext cx="561213" cy="146304"/>
          </a:xfrm>
          <a:prstGeom prst="rect">
            <a:avLst/>
          </a:prstGeom>
          <a:solidFill>
            <a:srgbClr val="6366F1">
              <a:alpha val="45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4400550" y="3840480"/>
            <a:ext cx="561213" cy="146304"/>
          </a:xfrm>
          <a:prstGeom prst="rect">
            <a:avLst/>
          </a:prstGeom>
          <a:solidFill>
            <a:srgbClr val="22D3EE">
              <a:alpha val="41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989195" y="3840480"/>
            <a:ext cx="561213" cy="146304"/>
          </a:xfrm>
          <a:prstGeom prst="rect">
            <a:avLst/>
          </a:prstGeom>
          <a:solidFill>
            <a:srgbClr val="6366F1">
              <a:alpha val="37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623560" y="37673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≈ a day</a:t>
            </a:r>
            <a:endParaRPr lang="en-US" sz="950" dirty="0"/>
          </a:p>
        </p:txBody>
      </p:sp>
      <p:sp>
        <p:nvSpPr>
          <p:cNvPr id="42" name="Shape 33"/>
          <p:cNvSpPr/>
          <p:nvPr/>
        </p:nvSpPr>
        <p:spPr>
          <a:xfrm>
            <a:off x="6446520" y="1188720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5392" y="1307592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040880" y="1207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Serial hypotheses</a:t>
            </a:r>
            <a:endParaRPr lang="en-US" sz="1300" dirty="0"/>
          </a:p>
        </p:txBody>
      </p:sp>
      <p:sp>
        <p:nvSpPr>
          <p:cNvPr id="45" name="Shape 35"/>
          <p:cNvSpPr/>
          <p:nvPr/>
        </p:nvSpPr>
        <p:spPr>
          <a:xfrm>
            <a:off x="6446520" y="2240280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65392" y="2359152"/>
            <a:ext cx="237744" cy="23774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040880" y="22585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 collide on one DB</a:t>
            </a:r>
            <a:endParaRPr lang="en-US" sz="1300" dirty="0"/>
          </a:p>
        </p:txBody>
      </p:sp>
      <p:sp>
        <p:nvSpPr>
          <p:cNvPr id="48" name="Shape 37"/>
          <p:cNvSpPr/>
          <p:nvPr/>
        </p:nvSpPr>
        <p:spPr>
          <a:xfrm>
            <a:off x="6446520" y="3291840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5392" y="3410712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7040880" y="33101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Insights don’t persist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· THE IDEA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Fork the database per hypothesis.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124712" y="1490472"/>
            <a:ext cx="585216" cy="585216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1600200"/>
            <a:ext cx="365760" cy="36576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40510" y="1706270"/>
            <a:ext cx="153619" cy="153619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8488" y="1298448"/>
            <a:ext cx="1783080" cy="48463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9312" y="1298448"/>
            <a:ext cx="1344168" cy="48463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1152144"/>
            <a:ext cx="292608" cy="292608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207008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82035" y="1260043"/>
            <a:ext cx="76810" cy="76810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618488" y="1618488"/>
            <a:ext cx="1783080" cy="16459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9312" y="1618488"/>
            <a:ext cx="1344168" cy="16459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74136" y="1472184"/>
            <a:ext cx="292608" cy="292608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1527048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2035" y="1580083"/>
            <a:ext cx="76810" cy="76810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18488" y="1783080"/>
            <a:ext cx="1783080" cy="16459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639312" y="1783080"/>
            <a:ext cx="1344168" cy="16459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74136" y="1801368"/>
            <a:ext cx="292608" cy="292608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29000" y="1856232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2035" y="1909267"/>
            <a:ext cx="76810" cy="7681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18488" y="1783080"/>
            <a:ext cx="1783080" cy="48463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3639312" y="1783080"/>
            <a:ext cx="1344168" cy="48463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74136" y="2121408"/>
            <a:ext cx="292608" cy="292608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2176272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2035" y="2229307"/>
            <a:ext cx="76810" cy="76810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83480" y="1481328"/>
            <a:ext cx="1280160" cy="603504"/>
          </a:xfrm>
          <a:prstGeom prst="roundRect">
            <a:avLst>
              <a:gd name="adj" fmla="val 12121"/>
            </a:avLst>
          </a:prstGeom>
          <a:solidFill>
            <a:srgbClr val="131B2E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627632"/>
            <a:ext cx="310896" cy="310896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63640" y="1783080"/>
            <a:ext cx="1133856" cy="0"/>
          </a:xfrm>
          <a:prstGeom prst="line">
            <a:avLst/>
          </a:prstGeom>
          <a:noFill/>
          <a:ln w="15875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627632"/>
            <a:ext cx="310896" cy="310896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 flipV="1">
            <a:off x="7726680" y="1115568"/>
            <a:ext cx="0" cy="347472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 flipH="1">
            <a:off x="1417320" y="1115568"/>
            <a:ext cx="6309360" cy="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1417320" y="1115568"/>
            <a:ext cx="0" cy="402336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37" name="Text 33"/>
          <p:cNvSpPr txBox="1"/>
          <p:nvPr/>
        </p:nvSpPr>
        <p:spPr>
          <a:xfrm>
            <a:off x="4297680" y="9601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recall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45720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40080" y="2880360"/>
            <a:ext cx="329184" cy="329184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1719072" y="2862072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944" y="2980944"/>
            <a:ext cx="237744" cy="237744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64008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Fork</a:t>
            </a:r>
            <a:endParaRPr lang="en-US" sz="1600" dirty="0"/>
          </a:p>
        </p:txBody>
      </p:sp>
      <p:sp>
        <p:nvSpPr>
          <p:cNvPr id="44" name="Text 39"/>
          <p:cNvSpPr txBox="1"/>
          <p:nvPr/>
        </p:nvSpPr>
        <p:spPr>
          <a:xfrm>
            <a:off x="64008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root DB, one fork per hypothesis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256032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2743200" y="2880360"/>
            <a:ext cx="329184" cy="329184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7432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3822192" y="2862072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1064" y="2980944"/>
            <a:ext cx="237744" cy="237744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274320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Explore</a:t>
            </a:r>
            <a:endParaRPr lang="en-US" sz="1600" dirty="0"/>
          </a:p>
        </p:txBody>
      </p:sp>
      <p:sp>
        <p:nvSpPr>
          <p:cNvPr id="51" name="Text 45"/>
          <p:cNvSpPr txBox="1"/>
          <p:nvPr/>
        </p:nvSpPr>
        <p:spPr>
          <a:xfrm>
            <a:off x="274320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 agents at once: SQL · BM25 · vector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466344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846320" y="2880360"/>
            <a:ext cx="329184" cy="329184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484632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5925312" y="2862072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4184" y="2980944"/>
            <a:ext cx="237744" cy="237744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484632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Synthesize</a:t>
            </a:r>
            <a:endParaRPr lang="en-US" sz="1600" dirty="0"/>
          </a:p>
        </p:txBody>
      </p:sp>
      <p:sp>
        <p:nvSpPr>
          <p:cNvPr id="58" name="Text 51"/>
          <p:cNvSpPr txBox="1"/>
          <p:nvPr/>
        </p:nvSpPr>
        <p:spPr>
          <a:xfrm>
            <a:off x="484632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report, every claim cites [branch:id]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676656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6949440" y="2880360"/>
            <a:ext cx="329184" cy="329184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69494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00" dirty="0"/>
          </a:p>
        </p:txBody>
      </p:sp>
      <p:sp>
        <p:nvSpPr>
          <p:cNvPr id="62" name="Shape 55"/>
          <p:cNvSpPr/>
          <p:nvPr/>
        </p:nvSpPr>
        <p:spPr>
          <a:xfrm>
            <a:off x="8028432" y="2862072"/>
            <a:ext cx="475488" cy="475488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6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980944"/>
            <a:ext cx="237744" cy="237744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694944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Remember</a:t>
            </a:r>
            <a:endParaRPr lang="en-US" sz="1600" dirty="0"/>
          </a:p>
        </p:txBody>
      </p:sp>
      <p:sp>
        <p:nvSpPr>
          <p:cNvPr id="65" name="Text 57"/>
          <p:cNvSpPr txBox="1"/>
          <p:nvPr/>
        </p:nvSpPr>
        <p:spPr>
          <a:xfrm>
            <a:off x="694944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memory primes the next plan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· LIVE DEMO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Mission Control: watch the swarm run.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10</a:t>
            </a:r>
            <a:endParaRPr lang="en-US" sz="850" dirty="0"/>
          </a:p>
        </p:txBody>
      </p:sp>
      <p:pic>
        <p:nvPicPr>
          <p:cNvPr id="6" name="Image 0" descr="/Users/moorthy/Downloads/Projects/Data&amp;AI Hackathon/parallax/docs/assets/screenshots/mission-control-fake-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705856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051560"/>
            <a:ext cx="5705856" cy="3566160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41903" y="1864644"/>
            <a:ext cx="4336451" cy="267462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887" y="1736628"/>
            <a:ext cx="256032" cy="256032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3887" y="17366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141903" y="2185599"/>
            <a:ext cx="998525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A5B4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2412" y="2057583"/>
            <a:ext cx="256032" cy="25603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2412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197486" y="2185599"/>
            <a:ext cx="1611904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81374" y="2057583"/>
            <a:ext cx="256032" cy="256032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81374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873581" y="2185599"/>
            <a:ext cx="1604772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50337" y="2057583"/>
            <a:ext cx="256032" cy="256032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50337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1228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Metrics strip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8122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peak concurrency, p50 / p95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355080" y="1993392"/>
            <a:ext cx="310896" cy="310896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55080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812280" y="19933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Lineage tree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812280" y="2267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forks from GET /lineage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355080" y="2798064"/>
            <a:ext cx="310896" cy="310896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5508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812280" y="279806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cards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6812280" y="30723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 → SQL → observe → finding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355080" y="3602736"/>
            <a:ext cx="310896" cy="310896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55080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812280" y="360273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Cited report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6812280" y="38770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[branch:id] chips jump to evidence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355080" y="43708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zero-key run, 4 agents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· ARCHITECTURE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cloud piece has a zero-key local twin.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10</a:t>
            </a:r>
            <a:endParaRPr lang="en-US" sz="850" dirty="0"/>
          </a:p>
        </p:txBody>
      </p:sp>
      <p:pic>
        <p:nvPicPr>
          <p:cNvPr id="6" name="Image 0" descr="/Users/moorthy/Downloads/Projects/Data&amp;AI Hackathon/parallax/docs/assets/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577840" cy="3486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051560"/>
            <a:ext cx="5577840" cy="3486150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63640" y="1115568"/>
            <a:ext cx="438912" cy="438912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2529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Next.js ⇄ FastAPI over SSE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replay buffer, then live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263640" y="1984248"/>
            <a:ext cx="438912" cy="438912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09397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1228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DataEngine protocol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Hotdata over HTTP · DuckDB locally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263640" y="2852928"/>
            <a:ext cx="438912" cy="438912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2962656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1228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LLM router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1228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→ anthropic → ollama, per call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263640" y="3721608"/>
            <a:ext cx="438912" cy="438912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831336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1228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protocol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1228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graph · local JSON fallback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· HOTDATA · BEST USE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agents, many forks, no contention.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“…multiple agents or users need to search, query, or analyze data concurrently.”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V="1">
            <a:off x="1472184" y="1691640"/>
            <a:ext cx="1636776" cy="128016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72184" y="2331720"/>
            <a:ext cx="1636776" cy="64008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72184" y="2971800"/>
            <a:ext cx="1636776" cy="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72184" y="2971800"/>
            <a:ext cx="1636776" cy="64008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2184" y="2971800"/>
            <a:ext cx="1636776" cy="128016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1365" y="2598725"/>
            <a:ext cx="746150" cy="74615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2715768"/>
            <a:ext cx="512064" cy="512064"/>
          </a:xfrm>
          <a:prstGeom prst="ellipse">
            <a:avLst/>
          </a:prstGeom>
          <a:solidFill>
            <a:srgbClr val="131B2E"/>
          </a:solidFill>
          <a:ln w="19050">
            <a:solidFill>
              <a:srgbClr val="22D3E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055925" y="1501445"/>
            <a:ext cx="380390" cy="380390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127248" y="157276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196194" y="1641714"/>
            <a:ext cx="99852" cy="9985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66160" y="1563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566160" y="1563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SQL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55925" y="2141525"/>
            <a:ext cx="380390" cy="38039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27248" y="221284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96194" y="2281794"/>
            <a:ext cx="99852" cy="99852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66160" y="2203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2D3EE">
              <a:alpha val="12000"/>
            </a:srgbClr>
          </a:solidFill>
          <a:ln w="952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66160" y="220370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BM25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055925" y="2781605"/>
            <a:ext cx="380390" cy="380390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127248" y="285292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196194" y="2921874"/>
            <a:ext cx="99852" cy="99852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6160" y="28437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66160" y="284378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VECTOR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055925" y="3421685"/>
            <a:ext cx="380390" cy="380390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127248" y="349300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6194" y="3561954"/>
            <a:ext cx="99852" cy="9985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348386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66160" y="348386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SQL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055925" y="4061765"/>
            <a:ext cx="380390" cy="380390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127248" y="413308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196194" y="4202034"/>
            <a:ext cx="99852" cy="99852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566160" y="412394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2000"/>
            </a:srgbClr>
          </a:solidFill>
          <a:ln w="9525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566160" y="412394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MIXED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55371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/databases/{id}/fork · GET /lineage · bm25_search() · vector_search()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5120640" y="137160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0352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BURST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530352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</a:t>
            </a:r>
            <a:endParaRPr lang="en-US" sz="3400" dirty="0"/>
          </a:p>
        </p:txBody>
      </p:sp>
      <p:sp>
        <p:nvSpPr>
          <p:cNvPr id="44" name="Text 41"/>
          <p:cNvSpPr txBox="1"/>
          <p:nvPr/>
        </p:nvSpPr>
        <p:spPr>
          <a:xfrm>
            <a:off x="5303520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reads · 5 forks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94944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50</a:t>
            </a:r>
            <a:endParaRPr lang="en-US" sz="3400" dirty="0"/>
          </a:p>
        </p:txBody>
      </p:sp>
      <p:sp>
        <p:nvSpPr>
          <p:cNvPr id="46" name="Text 43"/>
          <p:cNvSpPr txBox="1"/>
          <p:nvPr/>
        </p:nvSpPr>
        <p:spPr>
          <a:xfrm>
            <a:off x="6949440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in-flight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530352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ms</a:t>
            </a:r>
            <a:endParaRPr lang="en-US" sz="3400" dirty="0"/>
          </a:p>
        </p:txBody>
      </p:sp>
      <p:sp>
        <p:nvSpPr>
          <p:cNvPr id="48" name="Text 45"/>
          <p:cNvSpPr txBox="1"/>
          <p:nvPr/>
        </p:nvSpPr>
        <p:spPr>
          <a:xfrm>
            <a:off x="530352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p50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94944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 ms</a:t>
            </a:r>
            <a:endParaRPr lang="en-US" sz="3400" dirty="0"/>
          </a:p>
        </p:txBody>
      </p:sp>
      <p:sp>
        <p:nvSpPr>
          <p:cNvPr id="50" name="Text 47"/>
          <p:cNvSpPr txBox="1"/>
          <p:nvPr/>
        </p:nvSpPr>
        <p:spPr>
          <a:xfrm>
            <a:off x="694944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p95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120640" y="4443984"/>
            <a:ext cx="1805026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30368" y="4443984"/>
            <a:ext cx="1622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backend/app/data/hotdata.py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· ROCKETRIDE · BEST USE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analyst is a pipeline. Nothing to host.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“…deploy an AI pipeline without managing any infrastructure.”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0E1322">
              <a:alpha val="6000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7452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E6E9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874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chat_1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40280" y="17373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131B2E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40280" y="18653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agent_rocketride_1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121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Analyst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E6E9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434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response_answers_1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37360" y="2103120"/>
            <a:ext cx="50292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77640" y="2103120"/>
            <a:ext cx="36576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" y="329184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5B4F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llm_anthropic_1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 flipV="1">
            <a:off x="1234440" y="2468880"/>
            <a:ext cx="1417320" cy="822960"/>
          </a:xfrm>
          <a:prstGeom prst="line">
            <a:avLst/>
          </a:prstGeom>
          <a:noFill/>
          <a:ln w="12700">
            <a:solidFill>
              <a:srgbClr val="A5B4FC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74520" y="32918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9AA3B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74520" y="3291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3B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memory_internal_1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 flipV="1">
            <a:off x="2446020" y="2468880"/>
            <a:ext cx="480060" cy="822960"/>
          </a:xfrm>
          <a:prstGeom prst="line">
            <a:avLst/>
          </a:prstGeom>
          <a:noFill/>
          <a:ln w="12700">
            <a:solidFill>
              <a:srgbClr val="9AA3B8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108960" y="32918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2918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db_hotdata_1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 flipH="1" flipV="1">
            <a:off x="3291840" y="2468880"/>
            <a:ext cx="342900" cy="822960"/>
          </a:xfrm>
          <a:prstGeom prst="line">
            <a:avLst/>
          </a:prstGeom>
          <a:noFill/>
          <a:ln w="12700">
            <a:solidFill>
              <a:srgbClr val="22D3EE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51960" y="329184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51960" y="3291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tool_cognee_1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 flipH="1" flipV="1">
            <a:off x="3566160" y="2468880"/>
            <a:ext cx="1280160" cy="82296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40080" y="4023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pipelines/parallax-analyst.pipe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89320" y="1536192"/>
            <a:ext cx="420624" cy="420624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1641348"/>
            <a:ext cx="210312" cy="21031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510528" y="1517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parallax-llm.pipe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510528" y="1783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LLM call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chat → llm_anthropic → response_answers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06440" y="292608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989320" y="3090672"/>
            <a:ext cx="420624" cy="420624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3195828"/>
            <a:ext cx="210312" cy="210312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510528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Cloud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6537960" y="3410712"/>
            <a:ext cx="91440" cy="9144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93408" y="33375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deployable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989320" y="38221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ROCKETRIDE_URI=https://api.rocketride.ai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5806440" y="4443984"/>
            <a:ext cx="2145182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916168" y="4443984"/>
            <a:ext cx="1962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backend/app/llm/rocketride_llm.py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· COGNEE · BEST USE  +  SNYK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remembers. Snyk watches.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“Build persistent memory and context for your AI agents.”</a:t>
            </a:r>
            <a:endParaRPr lang="en-US" sz="1050" dirty="0"/>
          </a:p>
        </p:txBody>
      </p:sp>
      <p:pic>
        <p:nvPicPr>
          <p:cNvPr id="7" name="Image 0" descr="/private/tmp/claude-501/-Users-moorthy-Downloads-Projects-Data-AI-Hackathon/41860f9d-7adf-4e2e-ae5e-3f746a1c44d7/scratchpad/deckbuild/assets/memory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846320" cy="24610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371600"/>
            <a:ext cx="4846320" cy="2461022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recall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3172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3172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0624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remember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600200" y="4197096"/>
            <a:ext cx="68580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474720" y="4197096"/>
            <a:ext cx="68580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754880" y="4370832"/>
            <a:ext cx="0" cy="201168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 flipH="1">
            <a:off x="1005840" y="4572000"/>
            <a:ext cx="3749040" cy="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 flipV="1">
            <a:off x="1005840" y="4370832"/>
            <a:ext cx="0" cy="201168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577840" y="137160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60720" y="1536192"/>
            <a:ext cx="420624" cy="420624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876" y="1641348"/>
            <a:ext cx="210312" cy="21031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291072" y="1517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Primes the next plan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066544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 → cognify → search(GRAPH_COMPLETION)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 flipV="1">
            <a:off x="5989320" y="2450592"/>
            <a:ext cx="457200" cy="15544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46520" y="2450592"/>
            <a:ext cx="411480" cy="24688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 flipV="1">
            <a:off x="6858000" y="2468880"/>
            <a:ext cx="411480" cy="228600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46520" y="2450592"/>
            <a:ext cx="822960" cy="1828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269480" y="2468880"/>
            <a:ext cx="457200" cy="20116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flipV="1">
            <a:off x="7726680" y="2487168"/>
            <a:ext cx="457200" cy="182880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 flipV="1">
            <a:off x="6858000" y="2670048"/>
            <a:ext cx="868680" cy="27432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939028" y="255574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73368" y="2377440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807708" y="264718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219188" y="241858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676388" y="2619756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133588" y="2436876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577840" y="3108960"/>
            <a:ext cx="3108960" cy="1188720"/>
          </a:xfrm>
          <a:prstGeom prst="roundRect">
            <a:avLst>
              <a:gd name="adj" fmla="val 6154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760720" y="3273552"/>
            <a:ext cx="420624" cy="420624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876" y="3378708"/>
            <a:ext cx="210312" cy="210312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291072" y="3255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Snyk on every push and PR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318504" y="3593592"/>
            <a:ext cx="91440" cy="91440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492240" y="35204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read-only SQL guard</a:t>
            </a:r>
            <a:endParaRPr lang="en-US" sz="950" dirty="0"/>
          </a:p>
        </p:txBody>
      </p:sp>
      <p:sp>
        <p:nvSpPr>
          <p:cNvPr id="44" name="Text 39"/>
          <p:cNvSpPr txBox="1"/>
          <p:nvPr/>
        </p:nvSpPr>
        <p:spPr>
          <a:xfrm>
            <a:off x="5760720" y="3877056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snyk test · snyk code test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5577840" y="4443984"/>
            <a:ext cx="3108960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687568" y="44439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memory/cognee_memory.py · .github/workflows/ci.yml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· REAL SCALE · MEASURED IN LOCAL RUNS TODAY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Measured, not claimed.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/ 30 ms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p50 / p95, burst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431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802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0802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in-flight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290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queries · 4 agents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1.2 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finding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431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802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20802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tests passing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290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6,102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Airbnb listings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30752"/>
            <a:ext cx="420624" cy="420624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35908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8872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Zero-key mode: DuckDB + Ollama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Hotdata→DuckDB · RocketRide→Anthropic→Ollama→fake · Cognee→JSON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029200" y="1097280"/>
            <a:ext cx="3657600" cy="3520440"/>
          </a:xfrm>
          <a:prstGeom prst="roundRect">
            <a:avLst>
              <a:gd name="adj" fmla="val 2078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212080" y="124358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212080" y="1645920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764792"/>
            <a:ext cx="237744" cy="23774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80644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Merge branches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12080" y="2606040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272491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80644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Bulk-create 10k tenant DBs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5212080" y="3566160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3685032"/>
            <a:ext cx="237744" cy="2377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80644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One-click RocketRide deploy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 · TRY IT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Try it in three commands.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0A0E18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325880"/>
            <a:ext cx="91440" cy="91440"/>
          </a:xfrm>
          <a:prstGeom prst="ellipse">
            <a:avLst/>
          </a:prstGeom>
          <a:solidFill>
            <a:srgbClr val="F87171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2104" y="1325880"/>
            <a:ext cx="91440" cy="91440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6696" y="1325880"/>
            <a:ext cx="91440" cy="9144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627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https://github.com/vnmoorthy/parallax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1938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parallax &amp;&amp; make setup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2494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make demo</a:t>
            </a:r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# zero keys: DuckDB + fake LLM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560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http://localhost:3000</a:t>
            </a:r>
            <a:endParaRPr lang="en-US" sz="1100" dirty="0"/>
          </a:p>
        </p:txBody>
      </p:sp>
      <p:pic>
        <p:nvPicPr>
          <p:cNvPr id="14" name="Image 0" descr="/private/tmp/claude-501/-Users-moorthy-Downloads-Projects-Data-AI-Hackathon/41860f9d-7adf-4e2e-ae5e-3f746a1c44d7/scratchpad/deckbuild/assets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0"/>
            <a:ext cx="2011680" cy="609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651760" y="33467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agents. Many branches. One answer.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Built in 8 hours at the Data &amp; AI Hackathon.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77840" y="1188720"/>
            <a:ext cx="3108960" cy="3200400"/>
          </a:xfrm>
          <a:prstGeom prst="roundRect">
            <a:avLst>
              <a:gd name="adj" fmla="val 235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1389888"/>
            <a:ext cx="457200" cy="457200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740" y="1504188"/>
            <a:ext cx="228600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400800" y="1389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Moorthy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16642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github.com/vnmoorthy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github.com/vnmoorthy/parallax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2651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Thanks to</a:t>
            </a:r>
            <a:endParaRPr lang="en-US" sz="950" dirty="0"/>
          </a:p>
        </p:txBody>
      </p:sp>
      <p:pic>
        <p:nvPicPr>
          <p:cNvPr id="24" name="Image 2" descr="/private/tmp/claude-501/-Users-moorthy-Downloads-Projects-Data-AI-Hackathon/41860f9d-7adf-4e2e-ae5e-3f746a1c44d7/scratchpad/deckbuild/assets/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907792"/>
            <a:ext cx="2743200" cy="19527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Devnovate · AWS Builder Loft, San Francisco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80644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7E8F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job. Real AI. Real scale.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Parallax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Parallax · Many agents. Many branches. One answer.</dc:title>
  <dc:subject>Data &amp; AI Hackathon SF 2026 pitch deck</dc:subject>
  <dc:creator>Moorthy (vnmoorthy)</dc:creator>
  <cp:lastModifiedBy>Moorthy (vnmoorthy)</cp:lastModifiedBy>
  <cp:revision>1</cp:revision>
  <dcterms:created xsi:type="dcterms:W3CDTF">2026-09-11T22:17:12Z</dcterms:created>
  <dcterms:modified xsi:type="dcterms:W3CDTF">2026-09-11T22:17:12Z</dcterms:modified>
</cp:coreProperties>
</file>